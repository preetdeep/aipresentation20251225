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M Logo Horizontal 2 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3657600" cy="1263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SkillBridge India</a:t>
            </a:r>
          </a:p>
          <a:p>
            <a:r>
              <a:t>Quarterly Business Review – Q4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 of Directors &amp; Executive Leadership Team</a:t>
            </a:r>
          </a:p>
          <a:p>
            <a:r>
              <a:t>December 26,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FY2025 closed with 9% YoY market growth.</a:t>
            </a:r>
          </a:p>
          <a:p>
            <a:r>
              <a:t>14.2M MAUs in Q4 driven by Tier-2/3 expansion.</a:t>
            </a:r>
          </a:p>
          <a:p>
            <a:r>
              <a:t>Revenue: ₹412 Cr (12% above target).</a:t>
            </a:r>
          </a:p>
          <a:p>
            <a:r>
              <a:t>AI-led screening reduced time-to-hire by 18%.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 – Competitor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Naukri.com: 42%</a:t>
            </a:r>
          </a:p>
          <a:p>
            <a:r>
              <a:t>LinkedIn Jobs: 26%</a:t>
            </a:r>
          </a:p>
          <a:p>
            <a:r>
              <a:t>Indeed India: 18%</a:t>
            </a:r>
          </a:p>
          <a:p>
            <a:r>
              <a:t>SkillBridge India: 14%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Growth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2025: 10.1M</a:t>
            </a:r>
          </a:p>
          <a:p>
            <a:r>
              <a:t>Q2 2025: 11.4M</a:t>
            </a:r>
          </a:p>
          <a:p>
            <a:r>
              <a:t>Q3 2025: 12.9M</a:t>
            </a:r>
          </a:p>
          <a:p>
            <a:r>
              <a:t>Q4 2025: 14.2M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 – Revenue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Employer Subscriptions: ₹276 Cr (67%)</a:t>
            </a:r>
          </a:p>
          <a:p>
            <a:r>
              <a:t>Featured Ads: ₹62 Cr (15%)</a:t>
            </a:r>
          </a:p>
          <a:p>
            <a:r>
              <a:t>Resume/Data Access: ₹41 Cr (10%)</a:t>
            </a:r>
          </a:p>
          <a:p>
            <a:r>
              <a:t>Skill Credentials: ₹33 Cr (8%)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Pragati – Tier 2/3 expansion</a:t>
            </a:r>
          </a:p>
          <a:p>
            <a:r>
              <a:t>AI MatchScore – 40% recruiter time saved</a:t>
            </a:r>
          </a:p>
          <a:p>
            <a:r>
              <a:t>Verified Credentials via DigiLocker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Risks: Automation displacement, DPDP compliance</a:t>
            </a:r>
          </a:p>
          <a:p>
            <a:r>
              <a:t>Opportunities: Gig economy, GCC expansion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Positioned for strong growth in 2026</a:t>
            </a:r>
          </a:p>
          <a:p>
            <a:r>
              <a:t>Focus on quality matching, verified credentials, and Tier-2/3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