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5106" y="2196554"/>
            <a:ext cx="365378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India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0399" y="2897535"/>
            <a:ext cx="38232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Review: Q4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31557" y="3522315"/>
            <a:ext cx="38808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26, 2025 • Board of Directors &amp; Executive Leadership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00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FY2025 performance with 9% YoY growth in Indian digital recruitment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14.2 million Monthly Active Users (MAUs) in Q4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revenue of ₹412 Crore, exceeding targets by 12%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employer time-to-hire by 18% through AI-led solutions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positioning against legacy aggregators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Naukri.com: 42% market share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Jobs: 26% market share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 India: 18% market share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India: 14% market share (growing rapidly)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Growth Trends (2025)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2025: 10.1 Million MAUs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2025: 11.4 Million MAUs (+12.8%)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2025: 12.9 Million MAUs (+13.1%)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2025: 14.2 Million MAUs (+10.1%)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Revenue Breakdown (₹412 Crore)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Subscriptions (SaaS): ₹276 Cr (67%)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 &amp; Ads: ₹62 Cr (15%)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Resume/Data Access: ₹41 Cr (10%)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Assessment &amp; Credentials: ₹33 Cr (8%)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Revenue &amp; EBITDA Margin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2025: ₹88 Cr revenue | 46.6% EBITDA margin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2025: ₹97 Cr revenue | 45.4% EBITDA margin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2025: ₹108 Cr revenue | 45.4% EBITDA margin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2025: ₹119 Cr revenue | 50.4% EBITDA margin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Revenue Projections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Revenue Target: ₹520 Crore (+26% YoY)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Revenue Target: ₹680 Crore (+31% YoY)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growth driven by market expansion and product innovation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Pragati: Tier-2/3 Expansion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to cities: Coimbatore, Jaipur, Ahmedabad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new job creation from non-metros in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Localizing UI in Hindi, Tamil, and Marathi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with local industry bodies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AI-Powered MatchScore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Large Language Model (LLM)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candidate resumes against job descriptions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recruiter screening time by 40%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increased ROI for enterprise clients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Verified Credentials via India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DigiLocker for verified digital badges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and professional history verification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82% talent-shortage reporting gap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Pre-vetted talent pool for employers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to Manage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Displacement: 38% employers report job reductions due to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Privacy: Digital Personal Data Protection (DPDP) Act compliance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shift to AI-human hybrid role listings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investment needed for compliance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Opportunities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Economy: 24% of workforce in gig work (SkillBridge Flex portal)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Capability Centres (GCCs): 118+ unicorns expanding in India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white-collar matching segment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opportunities in emerging sectors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657" y="1845990"/>
            <a:ext cx="49366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for 2026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677313" y="2562225"/>
            <a:ext cx="5789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talent matching, verified credentials, and Tier-2/3 expansion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90989" y="3057525"/>
            <a:ext cx="376194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growth while maintaining profitability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2025-12-26T05:22:36Z</dcterms:created>
  <dcterms:modified xsi:type="dcterms:W3CDTF">2025-12-26T05:22:36Z</dcterms:modified>
</cp:coreProperties>
</file>