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SkillBridge India</a:t>
            </a:r>
          </a:p>
          <a:p>
            <a:r>
              <a:t>Quarterly Business Review: Q4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of Directors &amp; Executive Leadership Team</a:t>
            </a:r>
          </a:p>
          <a:p>
            <a:r>
              <a:t>December 26,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concluded with 9% YoY growth in the Indian digital recruitment market</a:t>
            </a:r>
          </a:p>
          <a:p>
            <a:r>
              <a:t>14.2 million MAUs in Q4 driven by Tier-2 and Tier-3 expansion</a:t>
            </a:r>
          </a:p>
          <a:p>
            <a:r>
              <a:t>FY2025 revenue reached ₹412 Cr, exceeding targets by 12%</a:t>
            </a:r>
          </a:p>
          <a:p>
            <a:r>
              <a:t>AI-led screening reduced employer time-to-hire by 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Analysis: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SkillBridge holds 14% share in white-collar recruitment</a:t>
            </a:r>
          </a:p>
          <a:p>
            <a:r>
              <a:t>Naukri.com: 42% market share, enterprise-focused</a:t>
            </a:r>
          </a:p>
          <a:p>
            <a:r>
              <a:t>LinkedIn Jobs: 26% market share, leadership and social hiring</a:t>
            </a:r>
          </a:p>
          <a:p>
            <a:r>
              <a:t>Indeed India: 18% market share, SME and gig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Growth Trends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10.1M MAUs</a:t>
            </a:r>
          </a:p>
          <a:p>
            <a:r>
              <a:t>Q2: 11.4M MAUs (+12.8%)</a:t>
            </a:r>
          </a:p>
          <a:p>
            <a:r>
              <a:t>Q3: 12.9M MAUs (+13.1%)</a:t>
            </a:r>
          </a:p>
          <a:p>
            <a:r>
              <a:t>Q4: 14.2M MAUs (+10.1%)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FY2025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₹412 Cr | Operating Costs: ₹218 Cr</a:t>
            </a:r>
          </a:p>
          <a:p>
            <a:r>
              <a:t>Employer Subscriptions: ₹276 Cr (67%)</a:t>
            </a:r>
          </a:p>
          <a:p>
            <a:r>
              <a:t>Featured Listings &amp; Ads: ₹62 Cr (15%)</a:t>
            </a:r>
          </a:p>
          <a:p>
            <a:r>
              <a:t>Resume/Data Access: ₹41 Cr (10%)</a:t>
            </a:r>
          </a:p>
          <a:p>
            <a:r>
              <a:t>Skill Credentials: ₹33 Cr (8%)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Pragati: Tier-2/3 city expansion; 35% job creation from non-metros</a:t>
            </a:r>
          </a:p>
          <a:p>
            <a:r>
              <a:t>AI-Powered MatchScore reduced screening time by 40%</a:t>
            </a:r>
          </a:p>
          <a:p>
            <a:r>
              <a:t>Verified Credentials via DigiLocker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 Automation displacement and DPDP compliance</a:t>
            </a:r>
          </a:p>
          <a:p>
            <a:r>
              <a:t>Opportunities: Gig economy expansion</a:t>
            </a:r>
          </a:p>
          <a:p>
            <a:r>
              <a:t>Growing demand from Global Capability Centres (GCCs)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positioning for 2026 growth</a:t>
            </a:r>
          </a:p>
          <a:p>
            <a:r>
              <a:t>Focus on quality matching, credentials, and regional expansion</a:t>
            </a:r>
          </a:p>
          <a:p>
            <a:r>
              <a:t>Sustainable profitability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