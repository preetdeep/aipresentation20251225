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06360" y="1577429"/>
            <a:ext cx="35312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RozgarStack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416285" y="2415629"/>
            <a:ext cx="631135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Public Infrastructure for Employment Matching in India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48258" y="3040410"/>
            <a:ext cx="34474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Labour and Employment, Government of India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974649" y="3379440"/>
            <a:ext cx="11947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25,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Unemployment rate declining (3.2% in 2023-24), yet structural friction persists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asymmetry and high search costs in labor market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564 million workers need bridge to formal economy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job seekers rely on informal intermediaries, leading to exploitation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Recommendation: RozgarStack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unified, API-based Open Network for Employment (ONE)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21"/>
            <a:ext cx="7620000" cy="1154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Foundational layer, not centralized portal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interoperability: private job boards, skilling institutes, state governments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digital credentials via DigiLocker and Aadhaar-seeded profiles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1: Reduction of Search Costs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Discoverability-at-Scale via e-Shram Integration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718221"/>
            <a:ext cx="79248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construction worker in Bihar can be instantly discovered by a contractor in Maharashtra via open APIs, bypassing middleman fees.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2243882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30.98 crore e-Shram registrations now accessible at scale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2: Verification &amp; Trust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Credentials via Skill India Digital Hub (SIDH)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71822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SMEs hesitate to hire remotely due to verification challenges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190485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Vocational certifications pushed as verifiable credentials to employer dashboards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2091482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Background verification time reduced from weeks to seconds (benefits gig &amp; retail)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3: Targeted Formalization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Employment Linked Incentive (ELI) Schemes Integration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71822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Incentives auto-credited via Aadhaar-seeded bank accounts under Pradhan Mantri Viksit Bharat Rozgar Yojana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190485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Benefit: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Digital "Proof of Employment" ensures zero leakage and higher formalization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249635"/>
          <a:ext cx="7924800" cy="1821359"/>
        </p:xfrm>
        <a:graphic>
          <a:graphicData uri="http://schemas.openxmlformats.org/drawingml/2006/table">
            <a:tbl>
              <a:tblPr/>
              <a:tblGrid>
                <a:gridCol w="2641600"/>
                <a:gridCol w="2641600"/>
                <a:gridCol w="2641600"/>
              </a:tblGrid>
              <a:tr h="455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Registrations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Uttar Pradesh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8.37 Crore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124%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Bihar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2.96 Crore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82%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West Bengal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2.64 Crore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92%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e-Shram Adoption by State (Aug 2025)</a:t>
            </a:r>
            <a:endParaRPr lang="en-US" sz="2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249635"/>
          <a:ext cx="7924800" cy="1821359"/>
        </p:xfrm>
        <a:graphic>
          <a:graphicData uri="http://schemas.openxmlformats.org/drawingml/2006/table">
            <a:tbl>
              <a:tblPr/>
              <a:tblGrid>
                <a:gridCol w="2641600"/>
                <a:gridCol w="2641600"/>
                <a:gridCol w="2641600"/>
              </a:tblGrid>
              <a:tr h="455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Registrations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Maharashtra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1.73 Crore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Madhya Pradesh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1.84 Crore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72%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Registrations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30.98 Crore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e-Shram Adoption: Remaining States (Aug 2025)</a:t>
            </a:r>
            <a:endParaRPr lang="en-US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1832446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310682"/>
            <a:ext cx="7924800" cy="147816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Worker Categories by State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35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&amp; Eastern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1904926"/>
            <a:ext cx="7239000" cy="948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Agriculture &amp; Construction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Bihar: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Migrant Labor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Bengal: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Apparel &amp; Handloom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38200" y="3539282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&amp; Central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6800" y="3965972"/>
            <a:ext cx="7239000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Maharashtra: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Manufacturing &amp; Services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Agriculture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Vision: From Provider to Enabler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role shifts from "job provider" to "market enabler"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Catalyzes private innovation in employment matching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worker rights through digital infrastructure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seamless interoperability across ecosystem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1663" y="1804095"/>
            <a:ext cx="2340601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043782" y="2581275"/>
            <a:ext cx="30564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Labour and Employment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957937" y="3152775"/>
            <a:ext cx="32280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more information on RozgarStack implementation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2025-12-26T05:06:23Z</dcterms:created>
  <dcterms:modified xsi:type="dcterms:W3CDTF">2025-12-26T05:06:23Z</dcterms:modified>
</cp:coreProperties>
</file>