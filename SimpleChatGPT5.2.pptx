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Public Infrastructure (DPI) for Employment Matching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Office of the Chief Economic Adviser</a:t>
            </a:r>
          </a:p>
          <a:p>
            <a:r>
              <a:t>Ministry of Labour and Employment, Government of India</a:t>
            </a:r>
          </a:p>
          <a:p/>
          <a:p>
            <a:r>
              <a:t>Memorandum for the Cabinet Secretary</a:t>
            </a:r>
          </a:p>
          <a:p>
            <a:r>
              <a:t>Date: December 25,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Unemployment rate: 3.2% (2023–24)</a:t>
            </a:r>
          </a:p>
          <a:p>
            <a:r>
              <a:t>Structural friction due to information asymmetry</a:t>
            </a:r>
          </a:p>
          <a:p>
            <a:r>
              <a:t>Proposal: DPI for Employment using India Stack</a:t>
            </a:r>
          </a:p>
          <a:p>
            <a:r>
              <a:t>Objective: Connect 564 million workers to the formal economy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RozgarStack – Open Network for Employment (ONE)</a:t>
            </a:r>
          </a:p>
          <a:p>
            <a:r>
              <a:t>API-based interoperable infrastructure</a:t>
            </a:r>
          </a:p>
          <a:p>
            <a:r>
              <a:t>Uses DigiLocker and Aadhaar-seeded profiles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Costs &amp; Information Asymmetry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Rural workers rely on informal intermediaries</a:t>
            </a:r>
          </a:p>
          <a:p>
            <a:r>
              <a:t>DPI enables discoverability across regions</a:t>
            </a:r>
          </a:p>
          <a:p>
            <a:r>
              <a:t>e-Shram integration allows inter-state hiring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SMEs struggle to verify skills remotely</a:t>
            </a:r>
          </a:p>
          <a:p>
            <a:r>
              <a:t>Skill India Digital Hub enables verification</a:t>
            </a:r>
          </a:p>
          <a:p>
            <a:r>
              <a:t>Verification time reduced from weeks to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Security &amp; Formalization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Employment matching linked to ELI schemes</a:t>
            </a:r>
          </a:p>
          <a:p>
            <a:r>
              <a:t>Auto-credit via Aadhaar-linked accounts</a:t>
            </a:r>
          </a:p>
          <a:p>
            <a:r>
              <a:t>Higher formalization with minimal leakage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e-Shram Adoption Data (Aug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UP: 8.37 Cr (124%)</a:t>
            </a:r>
          </a:p>
          <a:p>
            <a:r>
              <a:t>Bihar: 2.96 Cr (82%)</a:t>
            </a:r>
          </a:p>
          <a:p>
            <a:r>
              <a:t>West Bengal: 2.64 Cr (92%)</a:t>
            </a:r>
          </a:p>
          <a:p>
            <a:r>
              <a:t>Maharashtra: 1.73 Cr (40%)</a:t>
            </a:r>
          </a:p>
          <a:p>
            <a:r>
              <a:t>Madhya Pradesh: 1.84 Cr (72%)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Government as market enabler</a:t>
            </a:r>
          </a:p>
          <a:p>
            <a:r>
              <a:t>Catalyse private innovation</a:t>
            </a:r>
          </a:p>
          <a:p>
            <a:r>
              <a:t>Protect worker rights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Office of the Chief Economic Adviser</a:t>
            </a:r>
          </a:p>
          <a:p>
            <a:r>
              <a:t>Ministry of Labour and Employment</a:t>
            </a:r>
          </a:p>
          <a:p>
            <a:r>
              <a:t>December 25,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