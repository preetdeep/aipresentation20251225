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Quarterly Business Review</a:t>
            </a:r>
          </a:p>
          <a:p>
            <a:r>
              <a:rPr sz="3600" b="1">
                <a:solidFill>
                  <a:srgbClr val="4A154B"/>
                </a:solidFill>
                <a:latin typeface="Arial"/>
              </a:rPr>
              <a:t>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1D1C1D"/>
                </a:solidFill>
                <a:latin typeface="Arial"/>
              </a:rPr>
              <a:t>SkillBridge India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Indian digital recruitment market grew 9% YoY in FY2025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14.2 million monthly active users in Q4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FY2025 revenue reached ₹412 Cr, exceeding targets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AI-led screening reduced employer time-to-hire by 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SkillBridge holds 14% share in white-collar recruitment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Naukri.com remains enterprise-focused with 42% share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LinkedIn Jobs accounts for 26% share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Indeed India holds 18% share with SME and gig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User Growth (MAUs)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Q1: 10.1 million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Q2: 11.4 million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Q3: 12.9 million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Q4: 14.2 million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Financial Performance FY2025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Total revenue: ₹412 Cr; operating costs: ₹218 Cr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Employer subscriptions contributed 67% of revenue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Featured listings and ads contributed 15%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Resume access and skill credentials formed remaining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Tier-2 and Tier-3 expansion through Project Pragati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AI-powered MatchScore improved screening efficiency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Verified credentials enabled through DigiLocker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Risks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Risks include automation displacement and DPDP compliance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Opportunities from gig economy growth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Increased hiring demand from Global Capability Centres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A154B"/>
                </a:solidFill>
                <a:latin typeface="Arial"/>
              </a:rP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D1C1D"/>
                </a:solidFill>
                <a:latin typeface="Arial"/>
              </a:rPr>
              <a:t>Strong positioning for continued growth in 2026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Focus on regional expansion and quality matching</a:t>
            </a:r>
          </a:p>
          <a:p>
            <a:r>
              <a:rPr sz="1800">
                <a:solidFill>
                  <a:srgbClr val="1D1C1D"/>
                </a:solidFill>
                <a:latin typeface="Arial"/>
              </a:rPr>
              <a:t>Clear path toward sustainable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